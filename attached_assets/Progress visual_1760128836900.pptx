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0" autoAdjust="0"/>
    <p:restoredTop sz="94660"/>
  </p:normalViewPr>
  <p:slideViewPr>
    <p:cSldViewPr snapToGrid="0">
      <p:cViewPr varScale="1">
        <p:scale>
          <a:sx n="55" d="100"/>
          <a:sy n="55" d="100"/>
        </p:scale>
        <p:origin x="552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D9FCB-725C-1E47-33A7-DA6B96481E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B13332-D1D8-5905-C7B3-D58F15DEE3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87FFD5-F1F6-EFE8-958F-E7E060044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74EF9-997C-40AB-92CB-D0820B365795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A38E8-3ACC-A24F-9EF8-5E9572797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89F4F5-7C5A-EA09-8118-239B54EC0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A2A1B-41FD-4337-B338-3F1516241D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9936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41600-43E9-A4F1-2077-DEAC0C0AA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B0347F-4911-8844-D222-0B0546C00B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8BADBB-A0F0-D504-F82E-AAFCCFA6F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74EF9-997C-40AB-92CB-D0820B365795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7CCC6C-E973-7B9D-2D08-B0CA7A073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7B8C1-2736-B5A6-A395-9E9E0C695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A2A1B-41FD-4337-B338-3F1516241D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4118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7DD36-31D4-B1E9-8B2D-61CC31EDE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95B58A-C967-FFB8-5AE0-9313B15EC0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AB7CC3-C966-C3DD-501C-AEA897405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74EF9-997C-40AB-92CB-D0820B365795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7F8489-ED62-A46F-7004-097FD0E2F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DB1036-6DB0-9733-DCAD-869E08C39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A2A1B-41FD-4337-B338-3F1516241D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8612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4083A-D4EC-ED4C-2C96-308CBAFEA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8C152-2A2F-075B-56A7-A4F7E8EA40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885E78-89E6-1543-D5A3-27C2823468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65BB4-F867-5528-CC4E-8DAD278F7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74EF9-997C-40AB-92CB-D0820B365795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817A5A-8B9F-B17F-C762-EF6E7BE2B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224FB1-2138-1020-2F6C-02E797CDF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A2A1B-41FD-4337-B338-3F1516241D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432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72E60-EC30-8437-7849-5CE214C72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845F4D-C164-C602-3799-8B55A09258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565179-71F2-7554-FBA9-D167D800CF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6061A0-AD75-52C1-C31D-26E6AB3150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B24816-CFCE-D15C-B15A-28A3A0EA0C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99D98D-5FA6-D6BD-C692-C26CA1CD7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74EF9-997C-40AB-92CB-D0820B365795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14DCC2-359A-97FA-C853-D798D946F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6CAECC-A6D9-9AF7-EC13-C99BF30D0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A2A1B-41FD-4337-B338-3F1516241D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4632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208A7-DBEA-5ACF-CA80-5172AC558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578F10-CC86-EC67-9E4D-3205A94D5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74EF9-997C-40AB-92CB-D0820B365795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2F98F8-E4B8-A866-1BF7-6693DEE79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FEBC81-E7BB-6F43-1021-E4054E38B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A2A1B-41FD-4337-B338-3F1516241D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9915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427BA2-3B1D-B36B-6265-A0404BABC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74EF9-997C-40AB-92CB-D0820B365795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19618A-6C66-309F-72BD-6698D8AEF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3CA6B2-F8E7-C4A6-C55C-667517850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A2A1B-41FD-4337-B338-3F1516241D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9026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B2BD9-F70C-872F-3160-5CAFF6DCE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50A40D-9F0F-2922-095D-6C5C28639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C0882B-50F1-AF61-D9CC-89EF58487D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9AF824-1F9A-2D13-8A2C-B1F627215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74EF9-997C-40AB-92CB-D0820B365795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FF0930-0916-5CBE-5D7A-CA3E89527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DC7ADB-64D1-B3D1-4BC4-137B8128A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A2A1B-41FD-4337-B338-3F1516241D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9278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590DC-F156-09C3-6763-51CB5F474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829CA9-C7AA-BEAE-8973-D0124349B6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D132C4-B57F-1295-B460-60384BECA8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D8B28F-431B-311A-9226-190EB752B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74EF9-997C-40AB-92CB-D0820B365795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B66DE6-E9E8-E18E-0C01-2FF2B14B9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DEA5CB-B5B6-487D-62C8-B55CADC05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A2A1B-41FD-4337-B338-3F1516241D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7971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89B4F-8721-DCDC-F471-5A2FB322E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3A3F69-2E68-5276-8384-2CDCE34868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39F9AA-3EFB-B8C7-6B0C-8C7999C58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74EF9-997C-40AB-92CB-D0820B365795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56213-38C8-0106-7490-2236A7639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C6007C-1256-F01D-C4D2-1B9220AFD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A2A1B-41FD-4337-B338-3F1516241D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1660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396EE0-1FA4-B277-1A81-441C092CA3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CB20C4-D1BF-3D63-67CA-91A49F757A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8953BC-405C-544E-0ECF-628821926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74EF9-997C-40AB-92CB-D0820B365795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BF34D1-E925-4210-96F0-42D11950F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54502B-9BF9-63FD-CDD1-59C6FF4EA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A2A1B-41FD-4337-B338-3F1516241D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3188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3DE756-EF68-3073-7024-472BD9B42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944C96-ABD7-5128-4386-37C1779A2C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EACB4A-5EB9-B4B4-A444-81443F4CD5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774EF9-997C-40AB-92CB-D0820B365795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6D9DCF-2840-0FDB-C3D2-669BD9931F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79B19-9AB1-3952-B386-90530278AC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5A2A1B-41FD-4337-B338-3F1516241D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3532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rrow: Pentagon 3">
            <a:extLst>
              <a:ext uri="{FF2B5EF4-FFF2-40B4-BE49-F238E27FC236}">
                <a16:creationId xmlns:a16="http://schemas.microsoft.com/office/drawing/2014/main" id="{504AC4DE-4098-BE4A-4FB7-E00F88E30119}"/>
              </a:ext>
            </a:extLst>
          </p:cNvPr>
          <p:cNvSpPr/>
          <p:nvPr/>
        </p:nvSpPr>
        <p:spPr>
          <a:xfrm>
            <a:off x="1195758" y="2655277"/>
            <a:ext cx="1811216" cy="509954"/>
          </a:xfrm>
          <a:prstGeom prst="homePlat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Data Readiness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738961FC-9F34-45AF-F055-0B40F590EEDE}"/>
              </a:ext>
            </a:extLst>
          </p:cNvPr>
          <p:cNvSpPr/>
          <p:nvPr/>
        </p:nvSpPr>
        <p:spPr>
          <a:xfrm>
            <a:off x="2883878" y="2655277"/>
            <a:ext cx="1987061" cy="509954"/>
          </a:xfrm>
          <a:prstGeom prst="chevron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Technology Infrastructure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6" name="Arrow: Chevron 5">
            <a:extLst>
              <a:ext uri="{FF2B5EF4-FFF2-40B4-BE49-F238E27FC236}">
                <a16:creationId xmlns:a16="http://schemas.microsoft.com/office/drawing/2014/main" id="{E56197D1-6F11-141F-2F57-68DAF6F388A5}"/>
              </a:ext>
            </a:extLst>
          </p:cNvPr>
          <p:cNvSpPr/>
          <p:nvPr/>
        </p:nvSpPr>
        <p:spPr>
          <a:xfrm>
            <a:off x="4750777" y="2655277"/>
            <a:ext cx="1987061" cy="509954"/>
          </a:xfrm>
          <a:prstGeom prst="chevron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People &amp; Skills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2E85D322-E077-5778-6DFA-F5A8BE72D841}"/>
              </a:ext>
            </a:extLst>
          </p:cNvPr>
          <p:cNvSpPr/>
          <p:nvPr/>
        </p:nvSpPr>
        <p:spPr>
          <a:xfrm>
            <a:off x="6635264" y="2655277"/>
            <a:ext cx="1987061" cy="509954"/>
          </a:xfrm>
          <a:prstGeom prst="chevron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Leadership &amp; Alignment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9E662B91-6541-5699-362C-E5999C96D51A}"/>
              </a:ext>
            </a:extLst>
          </p:cNvPr>
          <p:cNvSpPr/>
          <p:nvPr/>
        </p:nvSpPr>
        <p:spPr>
          <a:xfrm>
            <a:off x="8522684" y="2655277"/>
            <a:ext cx="1987061" cy="509954"/>
          </a:xfrm>
          <a:prstGeom prst="chevron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Leadership &amp; Alignment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10" name="AutoShape 4" descr="Uploaded image">
            <a:extLst>
              <a:ext uri="{FF2B5EF4-FFF2-40B4-BE49-F238E27FC236}">
                <a16:creationId xmlns:a16="http://schemas.microsoft.com/office/drawing/2014/main" id="{C22E175D-2698-59CA-BCDD-2ABA50A01C3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7EB4AB6-EF14-7F80-ED47-19CABB3A33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50720" y="428717"/>
            <a:ext cx="2518050" cy="72600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FC9F58-CB6C-E641-0417-3263CD9C0BAC}"/>
              </a:ext>
            </a:extLst>
          </p:cNvPr>
          <p:cNvSpPr txBox="1"/>
          <p:nvPr/>
        </p:nvSpPr>
        <p:spPr>
          <a:xfrm>
            <a:off x="4026877" y="2127738"/>
            <a:ext cx="3308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Progress Flow Diagram sample: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93775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18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Tej M</dc:creator>
  <cp:lastModifiedBy>Tej M</cp:lastModifiedBy>
  <cp:revision>2</cp:revision>
  <dcterms:created xsi:type="dcterms:W3CDTF">2025-10-10T19:21:59Z</dcterms:created>
  <dcterms:modified xsi:type="dcterms:W3CDTF">2025-10-10T20:09:42Z</dcterms:modified>
</cp:coreProperties>
</file>