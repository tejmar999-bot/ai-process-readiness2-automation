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76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5D0BF-9D70-4CE8-8DEA-E867DB8926AC}" v="4" dt="2025-11-23T20:21:44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 M" userId="140db122a96eced0" providerId="LiveId" clId="{A7F18C01-A0D0-452C-BED4-B418014448A5}"/>
    <pc:docChg chg="undo custSel addSld modSld">
      <pc:chgData name="Tej M" userId="140db122a96eced0" providerId="LiveId" clId="{A7F18C01-A0D0-452C-BED4-B418014448A5}" dt="2025-11-23T20:28:46.393" v="717" actId="14100"/>
      <pc:docMkLst>
        <pc:docMk/>
      </pc:docMkLst>
      <pc:sldChg chg="addSp delSp modSp mod">
        <pc:chgData name="Tej M" userId="140db122a96eced0" providerId="LiveId" clId="{A7F18C01-A0D0-452C-BED4-B418014448A5}" dt="2025-11-23T20:28:46.393" v="717" actId="14100"/>
        <pc:sldMkLst>
          <pc:docMk/>
          <pc:sldMk cId="364787326" sldId="256"/>
        </pc:sldMkLst>
        <pc:spChg chg="add mod">
          <ac:chgData name="Tej M" userId="140db122a96eced0" providerId="LiveId" clId="{A7F18C01-A0D0-452C-BED4-B418014448A5}" dt="2025-11-23T19:58:56.951" v="147" actId="1076"/>
          <ac:spMkLst>
            <pc:docMk/>
            <pc:sldMk cId="364787326" sldId="256"/>
            <ac:spMk id="6" creationId="{2870BE37-2C54-01D6-8451-E9CC50C707F9}"/>
          </ac:spMkLst>
        </pc:spChg>
        <pc:spChg chg="add mod">
          <ac:chgData name="Tej M" userId="140db122a96eced0" providerId="LiveId" clId="{A7F18C01-A0D0-452C-BED4-B418014448A5}" dt="2025-11-23T19:59:51.473" v="150" actId="207"/>
          <ac:spMkLst>
            <pc:docMk/>
            <pc:sldMk cId="364787326" sldId="256"/>
            <ac:spMk id="7" creationId="{F9D885D5-CBBA-C6E3-7A18-9B1CF275BE63}"/>
          </ac:spMkLst>
        </pc:spChg>
        <pc:spChg chg="mod">
          <ac:chgData name="Tej M" userId="140db122a96eced0" providerId="LiveId" clId="{A7F18C01-A0D0-452C-BED4-B418014448A5}" dt="2025-11-23T19:52:11.207" v="132" actId="1076"/>
          <ac:spMkLst>
            <pc:docMk/>
            <pc:sldMk cId="364787326" sldId="256"/>
            <ac:spMk id="9" creationId="{3E18C5FA-B8EF-6E45-4D3C-55EE806AF887}"/>
          </ac:spMkLst>
        </pc:spChg>
        <pc:spChg chg="mod">
          <ac:chgData name="Tej M" userId="140db122a96eced0" providerId="LiveId" clId="{A7F18C01-A0D0-452C-BED4-B418014448A5}" dt="2025-11-23T20:09:00.526" v="264" actId="20577"/>
          <ac:spMkLst>
            <pc:docMk/>
            <pc:sldMk cId="364787326" sldId="256"/>
            <ac:spMk id="10" creationId="{85E99CA1-573B-F03D-B367-5EA24BF1CA28}"/>
          </ac:spMkLst>
        </pc:spChg>
        <pc:spChg chg="mod">
          <ac:chgData name="Tej M" userId="140db122a96eced0" providerId="LiveId" clId="{A7F18C01-A0D0-452C-BED4-B418014448A5}" dt="2025-11-23T20:09:13.749" v="266" actId="20577"/>
          <ac:spMkLst>
            <pc:docMk/>
            <pc:sldMk cId="364787326" sldId="256"/>
            <ac:spMk id="11" creationId="{CF98D93B-2FB1-E58F-9137-A7981254C95F}"/>
          </ac:spMkLst>
        </pc:spChg>
        <pc:spChg chg="mod">
          <ac:chgData name="Tej M" userId="140db122a96eced0" providerId="LiveId" clId="{A7F18C01-A0D0-452C-BED4-B418014448A5}" dt="2025-11-23T19:51:49.781" v="129" actId="404"/>
          <ac:spMkLst>
            <pc:docMk/>
            <pc:sldMk cId="364787326" sldId="256"/>
            <ac:spMk id="12" creationId="{0C3C75B5-7D18-8095-7598-4812CB5755E0}"/>
          </ac:spMkLst>
        </pc:spChg>
        <pc:spChg chg="add mod ord">
          <ac:chgData name="Tej M" userId="140db122a96eced0" providerId="LiveId" clId="{A7F18C01-A0D0-452C-BED4-B418014448A5}" dt="2025-11-23T20:00:22.214" v="155" actId="207"/>
          <ac:spMkLst>
            <pc:docMk/>
            <pc:sldMk cId="364787326" sldId="256"/>
            <ac:spMk id="14" creationId="{F8F91AE7-8497-1BF1-FFF4-7B9E02100837}"/>
          </ac:spMkLst>
        </pc:spChg>
        <pc:spChg chg="add mod">
          <ac:chgData name="Tej M" userId="140db122a96eced0" providerId="LiveId" clId="{A7F18C01-A0D0-452C-BED4-B418014448A5}" dt="2025-11-23T20:22:07.282" v="569" actId="1036"/>
          <ac:spMkLst>
            <pc:docMk/>
            <pc:sldMk cId="364787326" sldId="256"/>
            <ac:spMk id="19" creationId="{26090821-C6F2-7A3E-2390-41782C677BEC}"/>
          </ac:spMkLst>
        </pc:spChg>
        <pc:spChg chg="add mod">
          <ac:chgData name="Tej M" userId="140db122a96eced0" providerId="LiveId" clId="{A7F18C01-A0D0-452C-BED4-B418014448A5}" dt="2025-11-23T20:22:07.282" v="569" actId="1036"/>
          <ac:spMkLst>
            <pc:docMk/>
            <pc:sldMk cId="364787326" sldId="256"/>
            <ac:spMk id="20" creationId="{88DB4BA8-A958-CEBE-0ED7-70864B936BD0}"/>
          </ac:spMkLst>
        </pc:spChg>
        <pc:spChg chg="add mod">
          <ac:chgData name="Tej M" userId="140db122a96eced0" providerId="LiveId" clId="{A7F18C01-A0D0-452C-BED4-B418014448A5}" dt="2025-11-23T20:22:07.282" v="569" actId="1036"/>
          <ac:spMkLst>
            <pc:docMk/>
            <pc:sldMk cId="364787326" sldId="256"/>
            <ac:spMk id="21" creationId="{311397D1-48F1-A4FA-A74A-0345B4037C1A}"/>
          </ac:spMkLst>
        </pc:spChg>
        <pc:spChg chg="mod">
          <ac:chgData name="Tej M" userId="140db122a96eced0" providerId="LiveId" clId="{A7F18C01-A0D0-452C-BED4-B418014448A5}" dt="2025-11-23T19:52:11.207" v="132" actId="1076"/>
          <ac:spMkLst>
            <pc:docMk/>
            <pc:sldMk cId="364787326" sldId="256"/>
            <ac:spMk id="23" creationId="{49C40940-6555-A294-F1EB-9B24FEDE7E55}"/>
          </ac:spMkLst>
        </pc:spChg>
        <pc:spChg chg="del mod">
          <ac:chgData name="Tej M" userId="140db122a96eced0" providerId="LiveId" clId="{A7F18C01-A0D0-452C-BED4-B418014448A5}" dt="2025-11-23T19:58:06.082" v="141" actId="478"/>
          <ac:spMkLst>
            <pc:docMk/>
            <pc:sldMk cId="364787326" sldId="256"/>
            <ac:spMk id="24" creationId="{B9AC1EEF-709F-8DC5-74E3-1B984F2B4C63}"/>
          </ac:spMkLst>
        </pc:spChg>
        <pc:spChg chg="mod">
          <ac:chgData name="Tej M" userId="140db122a96eced0" providerId="LiveId" clId="{A7F18C01-A0D0-452C-BED4-B418014448A5}" dt="2025-11-23T20:20:58.172" v="547" actId="1037"/>
          <ac:spMkLst>
            <pc:docMk/>
            <pc:sldMk cId="364787326" sldId="256"/>
            <ac:spMk id="25" creationId="{BD9F463E-396B-DC91-2A7E-C19CD2E31154}"/>
          </ac:spMkLst>
        </pc:spChg>
        <pc:spChg chg="mod">
          <ac:chgData name="Tej M" userId="140db122a96eced0" providerId="LiveId" clId="{A7F18C01-A0D0-452C-BED4-B418014448A5}" dt="2025-11-23T20:28:46.393" v="717" actId="14100"/>
          <ac:spMkLst>
            <pc:docMk/>
            <pc:sldMk cId="364787326" sldId="256"/>
            <ac:spMk id="26" creationId="{867945B7-AB6A-AC2E-C215-F462BF4CC65B}"/>
          </ac:spMkLst>
        </pc:spChg>
        <pc:spChg chg="mod">
          <ac:chgData name="Tej M" userId="140db122a96eced0" providerId="LiveId" clId="{A7F18C01-A0D0-452C-BED4-B418014448A5}" dt="2025-11-23T20:21:09.932" v="559" actId="1037"/>
          <ac:spMkLst>
            <pc:docMk/>
            <pc:sldMk cId="364787326" sldId="256"/>
            <ac:spMk id="29" creationId="{6F8B2433-5B20-1378-6756-E4EE9DAA3DB5}"/>
          </ac:spMkLst>
        </pc:spChg>
        <pc:spChg chg="mod">
          <ac:chgData name="Tej M" userId="140db122a96eced0" providerId="LiveId" clId="{A7F18C01-A0D0-452C-BED4-B418014448A5}" dt="2025-11-23T20:07:21.894" v="250" actId="1036"/>
          <ac:spMkLst>
            <pc:docMk/>
            <pc:sldMk cId="364787326" sldId="256"/>
            <ac:spMk id="32" creationId="{9284C71C-C5C3-681E-DB6B-48D1B2448B0F}"/>
          </ac:spMkLst>
        </pc:spChg>
        <pc:spChg chg="mod">
          <ac:chgData name="Tej M" userId="140db122a96eced0" providerId="LiveId" clId="{A7F18C01-A0D0-452C-BED4-B418014448A5}" dt="2025-11-23T20:07:12.062" v="244" actId="1035"/>
          <ac:spMkLst>
            <pc:docMk/>
            <pc:sldMk cId="364787326" sldId="256"/>
            <ac:spMk id="33" creationId="{81500F38-AD67-31EB-D388-98364E0C97DF}"/>
          </ac:spMkLst>
        </pc:spChg>
        <pc:spChg chg="mod">
          <ac:chgData name="Tej M" userId="140db122a96eced0" providerId="LiveId" clId="{A7F18C01-A0D0-452C-BED4-B418014448A5}" dt="2025-11-23T20:07:12.062" v="244" actId="1035"/>
          <ac:spMkLst>
            <pc:docMk/>
            <pc:sldMk cId="364787326" sldId="256"/>
            <ac:spMk id="34" creationId="{294EB6F9-7D2D-C3EC-A5B5-0FE7E38062A4}"/>
          </ac:spMkLst>
        </pc:spChg>
        <pc:spChg chg="mod">
          <ac:chgData name="Tej M" userId="140db122a96eced0" providerId="LiveId" clId="{A7F18C01-A0D0-452C-BED4-B418014448A5}" dt="2025-11-23T20:07:12.062" v="244" actId="1035"/>
          <ac:spMkLst>
            <pc:docMk/>
            <pc:sldMk cId="364787326" sldId="256"/>
            <ac:spMk id="35" creationId="{21E6B34F-265B-428D-CF06-C528BAEAA413}"/>
          </ac:spMkLst>
        </pc:spChg>
        <pc:spChg chg="mod">
          <ac:chgData name="Tej M" userId="140db122a96eced0" providerId="LiveId" clId="{A7F18C01-A0D0-452C-BED4-B418014448A5}" dt="2025-11-23T20:06:43.055" v="239" actId="1036"/>
          <ac:spMkLst>
            <pc:docMk/>
            <pc:sldMk cId="364787326" sldId="256"/>
            <ac:spMk id="36" creationId="{30DC14E7-E747-A5E1-BDD6-4BA17E187456}"/>
          </ac:spMkLst>
        </pc:spChg>
        <pc:spChg chg="mod">
          <ac:chgData name="Tej M" userId="140db122a96eced0" providerId="LiveId" clId="{A7F18C01-A0D0-452C-BED4-B418014448A5}" dt="2025-11-23T20:06:43.055" v="239" actId="1036"/>
          <ac:spMkLst>
            <pc:docMk/>
            <pc:sldMk cId="364787326" sldId="256"/>
            <ac:spMk id="37" creationId="{A710332F-D489-9B7F-9EC3-A382D8464F48}"/>
          </ac:spMkLst>
        </pc:spChg>
        <pc:spChg chg="add mod">
          <ac:chgData name="Tej M" userId="140db122a96eced0" providerId="LiveId" clId="{A7F18C01-A0D0-452C-BED4-B418014448A5}" dt="2025-11-23T20:21:39.582" v="563" actId="1076"/>
          <ac:spMkLst>
            <pc:docMk/>
            <pc:sldMk cId="364787326" sldId="256"/>
            <ac:spMk id="38" creationId="{C428E332-AF01-76D2-5C36-2C8C773AB3C0}"/>
          </ac:spMkLst>
        </pc:spChg>
        <pc:spChg chg="mod">
          <ac:chgData name="Tej M" userId="140db122a96eced0" providerId="LiveId" clId="{A7F18C01-A0D0-452C-BED4-B418014448A5}" dt="2025-11-23T20:06:25.384" v="232" actId="1076"/>
          <ac:spMkLst>
            <pc:docMk/>
            <pc:sldMk cId="364787326" sldId="256"/>
            <ac:spMk id="40" creationId="{8547B668-F022-E0DF-BE1B-18DC16391D9D}"/>
          </ac:spMkLst>
        </pc:spChg>
        <pc:spChg chg="del">
          <ac:chgData name="Tej M" userId="140db122a96eced0" providerId="LiveId" clId="{A7F18C01-A0D0-452C-BED4-B418014448A5}" dt="2025-11-23T19:57:57.186" v="138" actId="478"/>
          <ac:spMkLst>
            <pc:docMk/>
            <pc:sldMk cId="364787326" sldId="256"/>
            <ac:spMk id="41" creationId="{A361AB37-EC33-8C93-D313-4342640BAACB}"/>
          </ac:spMkLst>
        </pc:spChg>
        <pc:spChg chg="del">
          <ac:chgData name="Tej M" userId="140db122a96eced0" providerId="LiveId" clId="{A7F18C01-A0D0-452C-BED4-B418014448A5}" dt="2025-11-23T19:56:54.726" v="133" actId="478"/>
          <ac:spMkLst>
            <pc:docMk/>
            <pc:sldMk cId="364787326" sldId="256"/>
            <ac:spMk id="42" creationId="{C2924760-5EF8-A50A-1AB0-3025F4BFE1F4}"/>
          </ac:spMkLst>
        </pc:spChg>
        <pc:spChg chg="del">
          <ac:chgData name="Tej M" userId="140db122a96eced0" providerId="LiveId" clId="{A7F18C01-A0D0-452C-BED4-B418014448A5}" dt="2025-11-23T19:56:54.726" v="133" actId="478"/>
          <ac:spMkLst>
            <pc:docMk/>
            <pc:sldMk cId="364787326" sldId="256"/>
            <ac:spMk id="43" creationId="{49CF813B-DE39-2B4B-DD34-42007A3215A3}"/>
          </ac:spMkLst>
        </pc:spChg>
        <pc:spChg chg="del">
          <ac:chgData name="Tej M" userId="140db122a96eced0" providerId="LiveId" clId="{A7F18C01-A0D0-452C-BED4-B418014448A5}" dt="2025-11-23T20:08:25.914" v="258" actId="478"/>
          <ac:spMkLst>
            <pc:docMk/>
            <pc:sldMk cId="364787326" sldId="256"/>
            <ac:spMk id="48" creationId="{BC84E214-4EF0-B19A-512B-AB3208E97E3D}"/>
          </ac:spMkLst>
        </pc:spChg>
        <pc:spChg chg="add mod">
          <ac:chgData name="Tej M" userId="140db122a96eced0" providerId="LiveId" clId="{A7F18C01-A0D0-452C-BED4-B418014448A5}" dt="2025-11-23T20:21:52.360" v="565" actId="1076"/>
          <ac:spMkLst>
            <pc:docMk/>
            <pc:sldMk cId="364787326" sldId="256"/>
            <ac:spMk id="49" creationId="{ADE9BB03-1C95-2D86-2196-392D19DEC7EF}"/>
          </ac:spMkLst>
        </pc:spChg>
        <pc:spChg chg="mod">
          <ac:chgData name="Tej M" userId="140db122a96eced0" providerId="LiveId" clId="{A7F18C01-A0D0-452C-BED4-B418014448A5}" dt="2025-11-23T20:11:17.273" v="340" actId="1076"/>
          <ac:spMkLst>
            <pc:docMk/>
            <pc:sldMk cId="364787326" sldId="256"/>
            <ac:spMk id="60" creationId="{CFD086E1-87C4-8A15-72A3-4DCEB5D9CD4B}"/>
          </ac:spMkLst>
        </pc:spChg>
        <pc:spChg chg="del">
          <ac:chgData name="Tej M" userId="140db122a96eced0" providerId="LiveId" clId="{A7F18C01-A0D0-452C-BED4-B418014448A5}" dt="2025-11-23T19:56:54.726" v="133" actId="478"/>
          <ac:spMkLst>
            <pc:docMk/>
            <pc:sldMk cId="364787326" sldId="256"/>
            <ac:spMk id="63" creationId="{21976B85-1FA7-D2DF-AEC5-583B04E82B53}"/>
          </ac:spMkLst>
        </pc:spChg>
        <pc:spChg chg="add mod">
          <ac:chgData name="Tej M" userId="140db122a96eced0" providerId="LiveId" clId="{A7F18C01-A0D0-452C-BED4-B418014448A5}" dt="2025-11-23T20:19:56.055" v="540" actId="20577"/>
          <ac:spMkLst>
            <pc:docMk/>
            <pc:sldMk cId="364787326" sldId="256"/>
            <ac:spMk id="67" creationId="{6CA3C732-0372-D683-A26D-BB93FFFBCE83}"/>
          </ac:spMkLst>
        </pc:spChg>
        <pc:picChg chg="add del">
          <ac:chgData name="Tej M" userId="140db122a96eced0" providerId="LiveId" clId="{A7F18C01-A0D0-452C-BED4-B418014448A5}" dt="2025-11-23T19:58:34.480" v="143" actId="478"/>
          <ac:picMkLst>
            <pc:docMk/>
            <pc:sldMk cId="364787326" sldId="256"/>
            <ac:picMk id="3" creationId="{C455EB93-C58B-1F77-1A34-4A81CCD218E8}"/>
          </ac:picMkLst>
        </pc:picChg>
        <pc:picChg chg="add del mod">
          <ac:chgData name="Tej M" userId="140db122a96eced0" providerId="LiveId" clId="{A7F18C01-A0D0-452C-BED4-B418014448A5}" dt="2025-11-23T20:08:36.003" v="259" actId="478"/>
          <ac:picMkLst>
            <pc:docMk/>
            <pc:sldMk cId="364787326" sldId="256"/>
            <ac:picMk id="16" creationId="{892BEFD2-E087-5033-4D3C-B969F370C36C}"/>
          </ac:picMkLst>
        </pc:picChg>
        <pc:picChg chg="mod">
          <ac:chgData name="Tej M" userId="140db122a96eced0" providerId="LiveId" clId="{A7F18C01-A0D0-452C-BED4-B418014448A5}" dt="2025-11-23T20:06:43.055" v="239" actId="1036"/>
          <ac:picMkLst>
            <pc:docMk/>
            <pc:sldMk cId="364787326" sldId="256"/>
            <ac:picMk id="28" creationId="{41C420FB-2BCA-5700-2D35-1287D9B1A7D5}"/>
          </ac:picMkLst>
        </pc:picChg>
        <pc:picChg chg="add mod">
          <ac:chgData name="Tej M" userId="140db122a96eced0" providerId="LiveId" clId="{A7F18C01-A0D0-452C-BED4-B418014448A5}" dt="2025-11-23T20:19:03.751" v="436" actId="1076"/>
          <ac:picMkLst>
            <pc:docMk/>
            <pc:sldMk cId="364787326" sldId="256"/>
            <ac:picMk id="30" creationId="{3D1BE755-7206-25C0-791B-A899B196D560}"/>
          </ac:picMkLst>
        </pc:picChg>
        <pc:picChg chg="mod">
          <ac:chgData name="Tej M" userId="140db122a96eced0" providerId="LiveId" clId="{A7F18C01-A0D0-452C-BED4-B418014448A5}" dt="2025-11-23T20:06:58.012" v="241" actId="1076"/>
          <ac:picMkLst>
            <pc:docMk/>
            <pc:sldMk cId="364787326" sldId="256"/>
            <ac:picMk id="31" creationId="{BEAA212B-2AF6-89C7-2398-86AF0857DA7D}"/>
          </ac:picMkLst>
        </pc:picChg>
        <pc:cxnChg chg="mod">
          <ac:chgData name="Tej M" userId="140db122a96eced0" providerId="LiveId" clId="{A7F18C01-A0D0-452C-BED4-B418014448A5}" dt="2025-11-23T19:59:57.611" v="151" actId="14100"/>
          <ac:cxnSpMkLst>
            <pc:docMk/>
            <pc:sldMk cId="364787326" sldId="256"/>
            <ac:cxnSpMk id="54" creationId="{7B26AE44-D82E-8EE6-7268-B1BBE3AC60F2}"/>
          </ac:cxnSpMkLst>
        </pc:cxnChg>
        <pc:cxnChg chg="mod">
          <ac:chgData name="Tej M" userId="140db122a96eced0" providerId="LiveId" clId="{A7F18C01-A0D0-452C-BED4-B418014448A5}" dt="2025-11-23T20:11:20.622" v="341" actId="14100"/>
          <ac:cxnSpMkLst>
            <pc:docMk/>
            <pc:sldMk cId="364787326" sldId="256"/>
            <ac:cxnSpMk id="57" creationId="{6AA0C636-AACF-8E07-F82D-1CCBCA658F66}"/>
          </ac:cxnSpMkLst>
        </pc:cxnChg>
        <pc:cxnChg chg="add mod">
          <ac:chgData name="Tej M" userId="140db122a96eced0" providerId="LiveId" clId="{A7F18C01-A0D0-452C-BED4-B418014448A5}" dt="2025-11-23T20:19:34.147" v="519" actId="20577"/>
          <ac:cxnSpMkLst>
            <pc:docMk/>
            <pc:sldMk cId="364787326" sldId="256"/>
            <ac:cxnSpMk id="66" creationId="{53D84CB0-B16E-64CC-1688-7DE44A384850}"/>
          </ac:cxnSpMkLst>
        </pc:cxnChg>
      </pc:sldChg>
      <pc:sldChg chg="delSp modSp add mod">
        <pc:chgData name="Tej M" userId="140db122a96eced0" providerId="LiveId" clId="{A7F18C01-A0D0-452C-BED4-B418014448A5}" dt="2025-11-23T20:28:16.354" v="716" actId="404"/>
        <pc:sldMkLst>
          <pc:docMk/>
          <pc:sldMk cId="2217998700" sldId="257"/>
        </pc:sldMkLst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4" creationId="{D9BA57B6-98F3-1651-84C5-D9B5358C3495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5" creationId="{23CE3969-24DB-F5F7-89EE-0F3527C2A75B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9" creationId="{0C304B72-C3E2-4537-97B9-628B882F9FDD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11" creationId="{4808AAF9-ADEE-2198-8244-7BCD43B5C5F5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12" creationId="{F5F4C53A-1251-DD3E-4F8A-46D195B73819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23" creationId="{E1FE8702-2E6C-F2EA-6099-5E3CD47282C7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24" creationId="{B3F393A6-6D2C-C798-6D9E-D8DDEA599A86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25" creationId="{A78BBCED-411C-294E-B45E-0C080CC84C7B}"/>
          </ac:spMkLst>
        </pc:spChg>
        <pc:spChg chg="mod">
          <ac:chgData name="Tej M" userId="140db122a96eced0" providerId="LiveId" clId="{A7F18C01-A0D0-452C-BED4-B418014448A5}" dt="2025-11-23T20:23:39.186" v="576" actId="1076"/>
          <ac:spMkLst>
            <pc:docMk/>
            <pc:sldMk cId="2217998700" sldId="257"/>
            <ac:spMk id="26" creationId="{3645E3DA-6313-CBF6-CD9E-04A37BC078EB}"/>
          </ac:spMkLst>
        </pc:spChg>
        <pc:spChg chg="mod">
          <ac:chgData name="Tej M" userId="140db122a96eced0" providerId="LiveId" clId="{A7F18C01-A0D0-452C-BED4-B418014448A5}" dt="2025-11-23T20:23:39.186" v="576" actId="1076"/>
          <ac:spMkLst>
            <pc:docMk/>
            <pc:sldMk cId="2217998700" sldId="257"/>
            <ac:spMk id="27" creationId="{BB8E7812-D4C6-ED32-2EF3-7E5954FA4F96}"/>
          </ac:spMkLst>
        </pc:spChg>
        <pc:spChg chg="mod">
          <ac:chgData name="Tej M" userId="140db122a96eced0" providerId="LiveId" clId="{A7F18C01-A0D0-452C-BED4-B418014448A5}" dt="2025-11-23T20:23:39.186" v="576" actId="1076"/>
          <ac:spMkLst>
            <pc:docMk/>
            <pc:sldMk cId="2217998700" sldId="257"/>
            <ac:spMk id="29" creationId="{90A0B34F-8048-FD92-4A56-70832479FAAB}"/>
          </ac:spMkLst>
        </pc:spChg>
        <pc:spChg chg="del">
          <ac:chgData name="Tej M" userId="140db122a96eced0" providerId="LiveId" clId="{A7F18C01-A0D0-452C-BED4-B418014448A5}" dt="2025-11-23T20:22:39.822" v="570" actId="478"/>
          <ac:spMkLst>
            <pc:docMk/>
            <pc:sldMk cId="2217998700" sldId="257"/>
            <ac:spMk id="32" creationId="{F6F4F8EC-A48D-F12D-E90F-E3F4CA134DAB}"/>
          </ac:spMkLst>
        </pc:spChg>
        <pc:spChg chg="del">
          <ac:chgData name="Tej M" userId="140db122a96eced0" providerId="LiveId" clId="{A7F18C01-A0D0-452C-BED4-B418014448A5}" dt="2025-11-23T20:22:39.822" v="570" actId="478"/>
          <ac:spMkLst>
            <pc:docMk/>
            <pc:sldMk cId="2217998700" sldId="257"/>
            <ac:spMk id="33" creationId="{AD472FC3-F9F3-F7B6-2318-8846F70CD148}"/>
          </ac:spMkLst>
        </pc:spChg>
        <pc:spChg chg="del">
          <ac:chgData name="Tej M" userId="140db122a96eced0" providerId="LiveId" clId="{A7F18C01-A0D0-452C-BED4-B418014448A5}" dt="2025-11-23T20:22:39.822" v="570" actId="478"/>
          <ac:spMkLst>
            <pc:docMk/>
            <pc:sldMk cId="2217998700" sldId="257"/>
            <ac:spMk id="34" creationId="{B8318CCC-8446-9E52-17AB-D4723CC95095}"/>
          </ac:spMkLst>
        </pc:spChg>
        <pc:spChg chg="del">
          <ac:chgData name="Tej M" userId="140db122a96eced0" providerId="LiveId" clId="{A7F18C01-A0D0-452C-BED4-B418014448A5}" dt="2025-11-23T20:22:39.822" v="570" actId="478"/>
          <ac:spMkLst>
            <pc:docMk/>
            <pc:sldMk cId="2217998700" sldId="257"/>
            <ac:spMk id="35" creationId="{8251870B-D5A3-F66E-68B4-F10254D94C28}"/>
          </ac:spMkLst>
        </pc:spChg>
        <pc:spChg chg="del">
          <ac:chgData name="Tej M" userId="140db122a96eced0" providerId="LiveId" clId="{A7F18C01-A0D0-452C-BED4-B418014448A5}" dt="2025-11-23T20:22:39.822" v="570" actId="478"/>
          <ac:spMkLst>
            <pc:docMk/>
            <pc:sldMk cId="2217998700" sldId="257"/>
            <ac:spMk id="36" creationId="{69829460-FAF8-A3DE-ADD1-B3E301387FCB}"/>
          </ac:spMkLst>
        </pc:spChg>
        <pc:spChg chg="del">
          <ac:chgData name="Tej M" userId="140db122a96eced0" providerId="LiveId" clId="{A7F18C01-A0D0-452C-BED4-B418014448A5}" dt="2025-11-23T20:22:39.822" v="570" actId="478"/>
          <ac:spMkLst>
            <pc:docMk/>
            <pc:sldMk cId="2217998700" sldId="257"/>
            <ac:spMk id="37" creationId="{DD6D77B2-E0C3-6FC6-496E-0BD5CDCE42CF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39" creationId="{18955A17-D0D0-8947-FAE7-0AB65877F8A5}"/>
          </ac:spMkLst>
        </pc:spChg>
        <pc:spChg chg="mod">
          <ac:chgData name="Tej M" userId="140db122a96eced0" providerId="LiveId" clId="{A7F18C01-A0D0-452C-BED4-B418014448A5}" dt="2025-11-23T20:24:45.301" v="585" actId="404"/>
          <ac:spMkLst>
            <pc:docMk/>
            <pc:sldMk cId="2217998700" sldId="257"/>
            <ac:spMk id="40" creationId="{44054C27-15C8-F868-1D55-C53EB1FCFECD}"/>
          </ac:spMkLst>
        </pc:spChg>
        <pc:spChg chg="mod">
          <ac:chgData name="Tej M" userId="140db122a96eced0" providerId="LiveId" clId="{A7F18C01-A0D0-452C-BED4-B418014448A5}" dt="2025-11-23T20:28:16.354" v="716" actId="404"/>
          <ac:spMkLst>
            <pc:docMk/>
            <pc:sldMk cId="2217998700" sldId="257"/>
            <ac:spMk id="41" creationId="{0D2D13E7-3074-7B6C-F94D-DFC8AA787ACE}"/>
          </ac:spMkLst>
        </pc:spChg>
        <pc:spChg chg="del">
          <ac:chgData name="Tej M" userId="140db122a96eced0" providerId="LiveId" clId="{A7F18C01-A0D0-452C-BED4-B418014448A5}" dt="2025-11-23T19:57:37.861" v="135" actId="478"/>
          <ac:spMkLst>
            <pc:docMk/>
            <pc:sldMk cId="2217998700" sldId="257"/>
            <ac:spMk id="44" creationId="{01B66C8F-6587-E6BC-8C20-01B03687A2C0}"/>
          </ac:spMkLst>
        </pc:spChg>
        <pc:spChg chg="mod">
          <ac:chgData name="Tej M" userId="140db122a96eced0" providerId="LiveId" clId="{A7F18C01-A0D0-452C-BED4-B418014448A5}" dt="2025-11-23T20:23:39.186" v="576" actId="1076"/>
          <ac:spMkLst>
            <pc:docMk/>
            <pc:sldMk cId="2217998700" sldId="257"/>
            <ac:spMk id="46" creationId="{28AE8F97-33AD-140A-4816-DE20FB7AE75E}"/>
          </ac:spMkLst>
        </pc:spChg>
        <pc:spChg chg="mod">
          <ac:chgData name="Tej M" userId="140db122a96eced0" providerId="LiveId" clId="{A7F18C01-A0D0-452C-BED4-B418014448A5}" dt="2025-11-23T20:23:39.186" v="576" actId="1076"/>
          <ac:spMkLst>
            <pc:docMk/>
            <pc:sldMk cId="2217998700" sldId="257"/>
            <ac:spMk id="47" creationId="{9E3BA43B-B6BC-8EA6-3F2A-79327DF23975}"/>
          </ac:spMkLst>
        </pc:spChg>
        <pc:spChg chg="mod">
          <ac:chgData name="Tej M" userId="140db122a96eced0" providerId="LiveId" clId="{A7F18C01-A0D0-452C-BED4-B418014448A5}" dt="2025-11-23T20:23:39.186" v="576" actId="1076"/>
          <ac:spMkLst>
            <pc:docMk/>
            <pc:sldMk cId="2217998700" sldId="257"/>
            <ac:spMk id="48" creationId="{5C06B619-80A9-60AA-6816-C3E76FCFB6AB}"/>
          </ac:spMkLst>
        </pc:spChg>
        <pc:spChg chg="del">
          <ac:chgData name="Tej M" userId="140db122a96eced0" providerId="LiveId" clId="{A7F18C01-A0D0-452C-BED4-B418014448A5}" dt="2025-11-23T20:24:07.875" v="581" actId="478"/>
          <ac:spMkLst>
            <pc:docMk/>
            <pc:sldMk cId="2217998700" sldId="257"/>
            <ac:spMk id="51" creationId="{1392E40E-CDDD-81E9-F993-EE74E951B6A7}"/>
          </ac:spMkLst>
        </pc:spChg>
        <pc:spChg chg="del">
          <ac:chgData name="Tej M" userId="140db122a96eced0" providerId="LiveId" clId="{A7F18C01-A0D0-452C-BED4-B418014448A5}" dt="2025-11-23T20:24:07.875" v="581" actId="478"/>
          <ac:spMkLst>
            <pc:docMk/>
            <pc:sldMk cId="2217998700" sldId="257"/>
            <ac:spMk id="53" creationId="{FED2FAF6-680B-EDE7-3B09-C0A21CB6570B}"/>
          </ac:spMkLst>
        </pc:spChg>
        <pc:spChg chg="del">
          <ac:chgData name="Tej M" userId="140db122a96eced0" providerId="LiveId" clId="{A7F18C01-A0D0-452C-BED4-B418014448A5}" dt="2025-11-23T20:22:46.429" v="571" actId="478"/>
          <ac:spMkLst>
            <pc:docMk/>
            <pc:sldMk cId="2217998700" sldId="257"/>
            <ac:spMk id="60" creationId="{D5D72ADD-7271-D5E5-155A-772B13E0E639}"/>
          </ac:spMkLst>
        </pc:spChg>
        <pc:spChg chg="mod">
          <ac:chgData name="Tej M" userId="140db122a96eced0" providerId="LiveId" clId="{A7F18C01-A0D0-452C-BED4-B418014448A5}" dt="2025-11-23T20:23:55.626" v="579" actId="1076"/>
          <ac:spMkLst>
            <pc:docMk/>
            <pc:sldMk cId="2217998700" sldId="257"/>
            <ac:spMk id="67" creationId="{A2CCBD25-1A92-90A3-3E34-AD1601F8C0DB}"/>
          </ac:spMkLst>
        </pc:spChg>
        <pc:picChg chg="mod">
          <ac:chgData name="Tej M" userId="140db122a96eced0" providerId="LiveId" clId="{A7F18C01-A0D0-452C-BED4-B418014448A5}" dt="2025-11-23T20:23:39.186" v="576" actId="1076"/>
          <ac:picMkLst>
            <pc:docMk/>
            <pc:sldMk cId="2217998700" sldId="257"/>
            <ac:picMk id="28" creationId="{47858764-2530-E72E-043F-69F3B30000AE}"/>
          </ac:picMkLst>
        </pc:picChg>
        <pc:picChg chg="del">
          <ac:chgData name="Tej M" userId="140db122a96eced0" providerId="LiveId" clId="{A7F18C01-A0D0-452C-BED4-B418014448A5}" dt="2025-11-23T20:22:39.822" v="570" actId="478"/>
          <ac:picMkLst>
            <pc:docMk/>
            <pc:sldMk cId="2217998700" sldId="257"/>
            <ac:picMk id="31" creationId="{24CC6933-2C7D-F0EA-7064-93C9AA42489F}"/>
          </ac:picMkLst>
        </pc:picChg>
        <pc:cxnChg chg="del mod">
          <ac:chgData name="Tej M" userId="140db122a96eced0" providerId="LiveId" clId="{A7F18C01-A0D0-452C-BED4-B418014448A5}" dt="2025-11-23T20:22:46.429" v="571" actId="478"/>
          <ac:cxnSpMkLst>
            <pc:docMk/>
            <pc:sldMk cId="2217998700" sldId="257"/>
            <ac:cxnSpMk id="57" creationId="{4FF425EA-3B08-626A-E37A-513465FB2E01}"/>
          </ac:cxnSpMkLst>
        </pc:cxnChg>
        <pc:cxnChg chg="mod">
          <ac:chgData name="Tej M" userId="140db122a96eced0" providerId="LiveId" clId="{A7F18C01-A0D0-452C-BED4-B418014448A5}" dt="2025-11-23T20:23:58.807" v="580" actId="14100"/>
          <ac:cxnSpMkLst>
            <pc:docMk/>
            <pc:sldMk cId="2217998700" sldId="257"/>
            <ac:cxnSpMk id="66" creationId="{248D1BCA-5A96-1E37-FF66-15E052AAB11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B4DFD-B699-444C-8E0A-FDCBFE399A9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BE2A3-F087-4144-9E8D-4A61CC5D5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53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BE2A3-F087-4144-9E8D-4A61CC5D59A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28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48ED-C2A6-E599-041F-5E624D868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69E23-F294-2A7E-16A6-E726999C7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B9612-19CB-244F-97AD-1D0C5330F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D732C-8D41-91F0-FB99-39BF3882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4FD76-8783-9EFD-0741-49D982B5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32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8FB6-F5B9-F831-7E0C-27E06939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7D58-7C5B-AAD4-47AC-5A7C0EC2C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48805-0CF7-F763-EF21-EF068B0A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2A355-F8AE-A98D-252B-B7CB4A21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B9EBF-ABC1-3589-7389-8CBD45BD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51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6216-5EBF-B279-4A52-F81FF076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0518A-AF77-06DC-734A-95EA3E1B8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F4711-EF50-8D31-09BD-91E38B595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1ABB6-81A3-766F-6DEC-74C86B91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CAB99-A0C1-B06D-0862-64F74830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867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BB62-1993-93A8-67F3-3CE3279A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D3B9-FF83-261C-3F77-15C4BA430D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22BBB-A714-E479-0B69-870E0EE83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EA23A-0F12-F4CB-81F3-C927F9479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3F540-F0C8-0688-33CB-62EA7FDB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B3298-D485-D08B-2613-4C21338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14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CFFC-027C-5E9B-AEE8-5BA66794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7C555-3F70-5559-EB7A-BC7084BA6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9A3E8-F607-C99A-7033-73EF75A7C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4969F-B863-518C-B257-2CF8DF801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EE21D-C55A-6849-21A0-E3FE4A762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AD993-4EC4-A402-A7D2-1A48015A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9434D-59BC-4D06-6449-6CAA96A8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E87246-97DF-39FD-E35F-7660200C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83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C381-1FA3-11F6-8FF5-AE557021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044DF-BA2F-E167-4C28-85195F06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7F940-BE1D-ACD2-72AF-46BF184A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D389F-BCF7-239A-DABB-3ECA54CC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329A90-6A2F-CB34-1B77-6A024928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02509-6CD3-E6F9-7E75-B2E3E4DD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6117-5A01-1F20-FBD1-26D6D7226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154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9A79-E2CE-17C8-083B-A17663E18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F37B-08A8-8AD0-932E-67F400B2C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3C81E-79BD-4DF3-6A97-081169E5E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F9A35-20AA-0350-7FA9-A910FE56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48BCC-B3EC-40A0-42F8-2F884E3B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AE57B-88E2-EC67-073A-3F61879A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58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875E-7CD8-77BE-0AFC-C325995F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345AA6-FD52-C187-21A7-3782AEE54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2CDE9-DDF6-6522-2EBE-CBC62D42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D4B96-8581-50A5-0CB4-AF073869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6FA4D-C53C-CBBC-EB72-AF7712E7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88DE6-C4A3-AB0D-6C43-8979F725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517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4726-11CE-251D-49CA-0FBC2CDC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54AF0-9D71-99E4-EABD-19FC5F67F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82001-E798-B274-BB43-5A516790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F1FAD-50F0-934A-2F87-580C7CD0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5E79-D920-AE81-1C04-B3FEE3DA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59B10-8330-B781-9EE1-7311AD82E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9442F-EF9E-FE36-F581-A8E4CD7C0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F34EB-1879-E050-3F99-E1E47418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BDD71-3E29-1038-88FD-EDA75B33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DDDF-F57D-62CF-C09B-55DADF046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97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CBFD8-C8D5-ABB2-1FB1-1C449A7E3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14ADD-1D0D-74BA-DFD7-121BE7CCC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4554F-E4AA-CB80-E44F-543BEFBBC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C3739-FBEB-4BD3-8101-78AC1E1426B1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BE237-FDA4-CEFF-AE60-4FC9F2538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CDBFD-E0EB-831B-FDAF-DA802726B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1453E-2936-47A0-B361-DDFADF48DC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1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tlogic.consult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01541C-4644-7082-54CC-C7B98AB059BC}"/>
              </a:ext>
            </a:extLst>
          </p:cNvPr>
          <p:cNvSpPr/>
          <p:nvPr/>
        </p:nvSpPr>
        <p:spPr>
          <a:xfrm>
            <a:off x="241540" y="0"/>
            <a:ext cx="510683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00CCCD-8EE2-DF24-40F3-C5E5D34497F0}"/>
              </a:ext>
            </a:extLst>
          </p:cNvPr>
          <p:cNvSpPr/>
          <p:nvPr/>
        </p:nvSpPr>
        <p:spPr>
          <a:xfrm>
            <a:off x="241540" y="0"/>
            <a:ext cx="5106838" cy="8798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AI-Enabled Readiness Assessment</a:t>
            </a:r>
            <a:r>
              <a:rPr lang="en-US" baseline="30000" dirty="0"/>
              <a:t>[1]</a:t>
            </a:r>
          </a:p>
          <a:p>
            <a:pPr algn="ctr"/>
            <a:r>
              <a:rPr lang="en-US" dirty="0"/>
              <a:t>XYZ Company</a:t>
            </a:r>
            <a:endParaRPr lang="en-IN" dirty="0"/>
          </a:p>
        </p:txBody>
      </p:sp>
      <p:pic>
        <p:nvPicPr>
          <p:cNvPr id="8" name="Picture 7" descr="A logo with orange and blue objects&#10;&#10;AI-generated content may be incorrect.">
            <a:extLst>
              <a:ext uri="{FF2B5EF4-FFF2-40B4-BE49-F238E27FC236}">
                <a16:creationId xmlns:a16="http://schemas.microsoft.com/office/drawing/2014/main" id="{A1FFF644-FE57-F2CE-A112-00E88E5BA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078" y="155275"/>
            <a:ext cx="471741" cy="569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18C5FA-B8EF-6E45-4D3C-55EE806AF887}"/>
              </a:ext>
            </a:extLst>
          </p:cNvPr>
          <p:cNvSpPr txBox="1"/>
          <p:nvPr/>
        </p:nvSpPr>
        <p:spPr>
          <a:xfrm>
            <a:off x="254244" y="2209430"/>
            <a:ext cx="1851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Executive Summary:</a:t>
            </a:r>
            <a:endParaRPr lang="en-IN" sz="1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E99CA1-573B-F03D-B367-5EA24BF1CA28}"/>
              </a:ext>
            </a:extLst>
          </p:cNvPr>
          <p:cNvSpPr/>
          <p:nvPr/>
        </p:nvSpPr>
        <p:spPr>
          <a:xfrm>
            <a:off x="241540" y="879894"/>
            <a:ext cx="1518249" cy="11904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Overall Readiness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18/30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IN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98D93B-2FB1-E58F-9137-A7981254C95F}"/>
              </a:ext>
            </a:extLst>
          </p:cNvPr>
          <p:cNvSpPr/>
          <p:nvPr/>
        </p:nvSpPr>
        <p:spPr>
          <a:xfrm>
            <a:off x="1759790" y="879894"/>
            <a:ext cx="1518250" cy="11904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u="sng" dirty="0">
                <a:solidFill>
                  <a:schemeClr val="tx1"/>
                </a:solidFill>
              </a:rPr>
              <a:t>Readiness %: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60%</a:t>
            </a:r>
          </a:p>
          <a:p>
            <a:pPr algn="ctr"/>
            <a:r>
              <a:rPr lang="en-IN" sz="1400" b="1" dirty="0">
                <a:solidFill>
                  <a:srgbClr val="00B0F0"/>
                </a:solidFill>
              </a:rPr>
              <a:t>Reliable</a:t>
            </a:r>
            <a:endParaRPr lang="en-IN" sz="1600" b="1" dirty="0">
              <a:solidFill>
                <a:srgbClr val="00B0F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3C75B5-7D18-8095-7598-4812CB5755E0}"/>
              </a:ext>
            </a:extLst>
          </p:cNvPr>
          <p:cNvSpPr/>
          <p:nvPr/>
        </p:nvSpPr>
        <p:spPr>
          <a:xfrm>
            <a:off x="3278040" y="879894"/>
            <a:ext cx="2070338" cy="11904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u="sng" dirty="0">
                <a:solidFill>
                  <a:schemeClr val="tx1"/>
                </a:solidFill>
              </a:rPr>
              <a:t>Indicates: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“Consistent &amp;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Dependable”</a:t>
            </a:r>
            <a:endParaRPr lang="en-IN" sz="1400" i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C40940-6555-A294-F1EB-9B24FEDE7E55}"/>
              </a:ext>
            </a:extLst>
          </p:cNvPr>
          <p:cNvSpPr/>
          <p:nvPr/>
        </p:nvSpPr>
        <p:spPr>
          <a:xfrm>
            <a:off x="306002" y="2547984"/>
            <a:ext cx="4904311" cy="16563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</a:rPr>
              <a:t>Your current processes are showing good traction for implementing AI solutions and testing using pilot projects.  Still, some areas of improvement include…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D9F463E-396B-DC91-2A7E-C19CD2E31154}"/>
              </a:ext>
            </a:extLst>
          </p:cNvPr>
          <p:cNvSpPr/>
          <p:nvPr/>
        </p:nvSpPr>
        <p:spPr>
          <a:xfrm>
            <a:off x="4790288" y="6473967"/>
            <a:ext cx="299254" cy="28467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7945B7-AB6A-AC2E-C215-F462BF4CC65B}"/>
              </a:ext>
            </a:extLst>
          </p:cNvPr>
          <p:cNvSpPr/>
          <p:nvPr/>
        </p:nvSpPr>
        <p:spPr>
          <a:xfrm>
            <a:off x="5384086" y="69012"/>
            <a:ext cx="5106838" cy="68176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F9C8A1-30FD-9995-F522-B6DEBE8E7786}"/>
              </a:ext>
            </a:extLst>
          </p:cNvPr>
          <p:cNvSpPr/>
          <p:nvPr/>
        </p:nvSpPr>
        <p:spPr>
          <a:xfrm>
            <a:off x="5384086" y="0"/>
            <a:ext cx="5106838" cy="8798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AI-Enabled Readiness Assessment</a:t>
            </a:r>
          </a:p>
          <a:p>
            <a:pPr algn="ctr"/>
            <a:r>
              <a:rPr lang="en-US" dirty="0"/>
              <a:t>XYZ Company</a:t>
            </a:r>
            <a:endParaRPr lang="en-IN" dirty="0"/>
          </a:p>
        </p:txBody>
      </p:sp>
      <p:pic>
        <p:nvPicPr>
          <p:cNvPr id="28" name="Picture 27" descr="A logo with orange and blue objects&#10;&#10;AI-generated content may be incorrect.">
            <a:extLst>
              <a:ext uri="{FF2B5EF4-FFF2-40B4-BE49-F238E27FC236}">
                <a16:creationId xmlns:a16="http://schemas.microsoft.com/office/drawing/2014/main" id="{41C420FB-2BCA-5700-2D35-1287D9B1A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624" y="241540"/>
            <a:ext cx="471741" cy="569343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6F8B2433-5B20-1378-6756-E4EE9DAA3DB5}"/>
              </a:ext>
            </a:extLst>
          </p:cNvPr>
          <p:cNvSpPr/>
          <p:nvPr/>
        </p:nvSpPr>
        <p:spPr>
          <a:xfrm>
            <a:off x="9961710" y="6486688"/>
            <a:ext cx="299254" cy="28467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EAA212B-2AF6-89C7-2398-86AF0857D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76" y="1054801"/>
            <a:ext cx="3879997" cy="251787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284C71C-C5C3-681E-DB6B-48D1B2448B0F}"/>
              </a:ext>
            </a:extLst>
          </p:cNvPr>
          <p:cNvSpPr txBox="1"/>
          <p:nvPr/>
        </p:nvSpPr>
        <p:spPr>
          <a:xfrm>
            <a:off x="8022558" y="1368442"/>
            <a:ext cx="621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64%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500F38-AD67-31EB-D388-98364E0C97DF}"/>
              </a:ext>
            </a:extLst>
          </p:cNvPr>
          <p:cNvSpPr txBox="1"/>
          <p:nvPr/>
        </p:nvSpPr>
        <p:spPr>
          <a:xfrm>
            <a:off x="8221140" y="1718769"/>
            <a:ext cx="621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72%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4EB6F9-7D2D-C3EC-A5B5-0FE7E38062A4}"/>
              </a:ext>
            </a:extLst>
          </p:cNvPr>
          <p:cNvSpPr txBox="1"/>
          <p:nvPr/>
        </p:nvSpPr>
        <p:spPr>
          <a:xfrm>
            <a:off x="7882616" y="2095987"/>
            <a:ext cx="621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62%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E6B34F-265B-428D-CF06-C528BAEAA413}"/>
              </a:ext>
            </a:extLst>
          </p:cNvPr>
          <p:cNvSpPr txBox="1"/>
          <p:nvPr/>
        </p:nvSpPr>
        <p:spPr>
          <a:xfrm>
            <a:off x="8381514" y="2437464"/>
            <a:ext cx="621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76%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DC14E7-E747-A5E1-BDD6-4BA17E187456}"/>
              </a:ext>
            </a:extLst>
          </p:cNvPr>
          <p:cNvSpPr txBox="1"/>
          <p:nvPr/>
        </p:nvSpPr>
        <p:spPr>
          <a:xfrm>
            <a:off x="8098110" y="2836353"/>
            <a:ext cx="621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68%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10332F-D489-9B7F-9EC3-A382D8464F48}"/>
              </a:ext>
            </a:extLst>
          </p:cNvPr>
          <p:cNvSpPr txBox="1"/>
          <p:nvPr/>
        </p:nvSpPr>
        <p:spPr>
          <a:xfrm>
            <a:off x="7661448" y="3185210"/>
            <a:ext cx="621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58%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8AF6A0-6EE9-E756-98AA-5489E4E817E7}"/>
              </a:ext>
            </a:extLst>
          </p:cNvPr>
          <p:cNvSpPr txBox="1"/>
          <p:nvPr/>
        </p:nvSpPr>
        <p:spPr>
          <a:xfrm>
            <a:off x="306002" y="6092281"/>
            <a:ext cx="4432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[1] Scores represent a subjective indication of AI process implementation preparedness and is not a substitute for rigorous investigation</a:t>
            </a:r>
            <a:endParaRPr lang="en-IN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47B668-F022-E0DF-BE1B-18DC16391D9D}"/>
              </a:ext>
            </a:extLst>
          </p:cNvPr>
          <p:cNvSpPr txBox="1"/>
          <p:nvPr/>
        </p:nvSpPr>
        <p:spPr>
          <a:xfrm>
            <a:off x="5448376" y="3728139"/>
            <a:ext cx="2543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Industry Benchmark Comparison:</a:t>
            </a:r>
            <a:endParaRPr lang="en-IN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BE41EF-0A11-2F9B-85BA-C7D668DC512E}"/>
              </a:ext>
            </a:extLst>
          </p:cNvPr>
          <p:cNvSpPr txBox="1"/>
          <p:nvPr/>
        </p:nvSpPr>
        <p:spPr>
          <a:xfrm>
            <a:off x="205832" y="6572157"/>
            <a:ext cx="1644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www.tlogic.consulting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EB761A-2BBF-4518-4284-D8F773D774A5}"/>
              </a:ext>
            </a:extLst>
          </p:cNvPr>
          <p:cNvSpPr txBox="1"/>
          <p:nvPr/>
        </p:nvSpPr>
        <p:spPr>
          <a:xfrm>
            <a:off x="1898651" y="6591273"/>
            <a:ext cx="1984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T-Logic Consulting Pvt. Ltd.</a:t>
            </a:r>
            <a:endParaRPr lang="en-IN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006BA7-08B5-CCC6-B106-6858FC952761}"/>
              </a:ext>
            </a:extLst>
          </p:cNvPr>
          <p:cNvSpPr txBox="1"/>
          <p:nvPr/>
        </p:nvSpPr>
        <p:spPr>
          <a:xfrm>
            <a:off x="5412840" y="6590578"/>
            <a:ext cx="1644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www.tlogic.consulting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782074-8E4D-4890-9880-924F8746A4FD}"/>
              </a:ext>
            </a:extLst>
          </p:cNvPr>
          <p:cNvSpPr txBox="1"/>
          <p:nvPr/>
        </p:nvSpPr>
        <p:spPr>
          <a:xfrm>
            <a:off x="7105659" y="6609694"/>
            <a:ext cx="1984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T-Logic Consulting Pvt. Ltd.</a:t>
            </a:r>
            <a:endParaRPr lang="en-IN" sz="12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57B5C33-2AF8-705B-4409-4994249815B7}"/>
              </a:ext>
            </a:extLst>
          </p:cNvPr>
          <p:cNvCxnSpPr>
            <a:cxnSpLocks/>
          </p:cNvCxnSpPr>
          <p:nvPr/>
        </p:nvCxnSpPr>
        <p:spPr>
          <a:xfrm flipV="1">
            <a:off x="-845389" y="1708030"/>
            <a:ext cx="3053751" cy="14512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0ABE8DE-171A-7CCB-6375-F21EAA99E36E}"/>
              </a:ext>
            </a:extLst>
          </p:cNvPr>
          <p:cNvSpPr txBox="1"/>
          <p:nvPr/>
        </p:nvSpPr>
        <p:spPr>
          <a:xfrm>
            <a:off x="-2208362" y="3091525"/>
            <a:ext cx="2208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Label should match Readiness level color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9C6954-137E-0167-F04F-CE0D02F4F41B}"/>
              </a:ext>
            </a:extLst>
          </p:cNvPr>
          <p:cNvSpPr txBox="1"/>
          <p:nvPr/>
        </p:nvSpPr>
        <p:spPr>
          <a:xfrm>
            <a:off x="-2580584" y="4542796"/>
            <a:ext cx="220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Actual Radar Chart</a:t>
            </a:r>
          </a:p>
          <a:p>
            <a:r>
              <a:rPr lang="en-US" dirty="0">
                <a:solidFill>
                  <a:schemeClr val="bg1"/>
                </a:solidFill>
              </a:rPr>
              <a:t>Here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B26AE44-D82E-8EE6-7268-B1BBE3AC60F2}"/>
              </a:ext>
            </a:extLst>
          </p:cNvPr>
          <p:cNvCxnSpPr>
            <a:cxnSpLocks/>
          </p:cNvCxnSpPr>
          <p:nvPr/>
        </p:nvCxnSpPr>
        <p:spPr>
          <a:xfrm>
            <a:off x="-576082" y="4657723"/>
            <a:ext cx="2335871" cy="3895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AA0C636-AACF-8E07-F82D-1CCBCA658F66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9392663" y="1841077"/>
            <a:ext cx="2799337" cy="5319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FD086E1-87C4-8A15-72A3-4DCEB5D9CD4B}"/>
              </a:ext>
            </a:extLst>
          </p:cNvPr>
          <p:cNvSpPr txBox="1"/>
          <p:nvPr/>
        </p:nvSpPr>
        <p:spPr>
          <a:xfrm>
            <a:off x="12192000" y="1102413"/>
            <a:ext cx="22083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These dimension bar colors should match the app dimension bar colors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3D84CB0-B16E-64CC-1688-7DE44A384850}"/>
              </a:ext>
            </a:extLst>
          </p:cNvPr>
          <p:cNvCxnSpPr>
            <a:cxnSpLocks/>
            <a:stCxn id="67" idx="1"/>
          </p:cNvCxnSpPr>
          <p:nvPr/>
        </p:nvCxnSpPr>
        <p:spPr>
          <a:xfrm flipH="1" flipV="1">
            <a:off x="10259533" y="5443449"/>
            <a:ext cx="2383496" cy="6546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CA3C732-0372-D683-A26D-BB93FFFBCE83}"/>
              </a:ext>
            </a:extLst>
          </p:cNvPr>
          <p:cNvSpPr txBox="1"/>
          <p:nvPr/>
        </p:nvSpPr>
        <p:spPr>
          <a:xfrm>
            <a:off x="12643029" y="5220930"/>
            <a:ext cx="22083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Placeholder for Dimension Comparison Char (White background, dark text, numerical values above bars)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70BE37-2C54-01D6-8451-E9CC50C707F9}"/>
              </a:ext>
            </a:extLst>
          </p:cNvPr>
          <p:cNvSpPr/>
          <p:nvPr/>
        </p:nvSpPr>
        <p:spPr>
          <a:xfrm>
            <a:off x="2105264" y="4684399"/>
            <a:ext cx="944107" cy="931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F91AE7-8497-1BF1-FFF4-7B9E02100837}"/>
              </a:ext>
            </a:extLst>
          </p:cNvPr>
          <p:cNvSpPr/>
          <p:nvPr/>
        </p:nvSpPr>
        <p:spPr>
          <a:xfrm>
            <a:off x="2001329" y="4496147"/>
            <a:ext cx="1172776" cy="129370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un 6">
            <a:extLst>
              <a:ext uri="{FF2B5EF4-FFF2-40B4-BE49-F238E27FC236}">
                <a16:creationId xmlns:a16="http://schemas.microsoft.com/office/drawing/2014/main" id="{F9D885D5-CBBA-C6E3-7A18-9B1CF275BE63}"/>
              </a:ext>
            </a:extLst>
          </p:cNvPr>
          <p:cNvSpPr/>
          <p:nvPr/>
        </p:nvSpPr>
        <p:spPr>
          <a:xfrm>
            <a:off x="2208362" y="4830915"/>
            <a:ext cx="693406" cy="629171"/>
          </a:xfrm>
          <a:prstGeom prst="su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090821-C6F2-7A3E-2390-41782C677BEC}"/>
              </a:ext>
            </a:extLst>
          </p:cNvPr>
          <p:cNvSpPr/>
          <p:nvPr/>
        </p:nvSpPr>
        <p:spPr>
          <a:xfrm>
            <a:off x="6435307" y="4074150"/>
            <a:ext cx="707367" cy="4534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E6761A"/>
                </a:solidFill>
              </a:rPr>
              <a:t>Your Score:</a:t>
            </a:r>
          </a:p>
          <a:p>
            <a:pPr algn="ctr"/>
            <a:r>
              <a:rPr lang="en-US" sz="800" dirty="0"/>
              <a:t>18.0/39</a:t>
            </a:r>
            <a:endParaRPr lang="en-IN" sz="8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DB4BA8-A958-CEBE-0ED7-70864B936BD0}"/>
              </a:ext>
            </a:extLst>
          </p:cNvPr>
          <p:cNvSpPr/>
          <p:nvPr/>
        </p:nvSpPr>
        <p:spPr>
          <a:xfrm>
            <a:off x="7421772" y="4074150"/>
            <a:ext cx="772123" cy="4534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E6761A"/>
                </a:solidFill>
              </a:rPr>
              <a:t>Benchmark </a:t>
            </a:r>
            <a:r>
              <a:rPr lang="en-US" sz="800" dirty="0" err="1">
                <a:solidFill>
                  <a:srgbClr val="E6761A"/>
                </a:solidFill>
              </a:rPr>
              <a:t>ScoreL</a:t>
            </a:r>
            <a:endParaRPr lang="en-US" sz="800" dirty="0">
              <a:solidFill>
                <a:srgbClr val="E6761A"/>
              </a:solidFill>
            </a:endParaRPr>
          </a:p>
          <a:p>
            <a:pPr algn="ctr"/>
            <a:r>
              <a:rPr lang="en-US" sz="800" dirty="0"/>
              <a:t>18.4/3</a:t>
            </a:r>
            <a:endParaRPr lang="en-IN" sz="8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1397D1-48F1-A4FA-A74A-0345B4037C1A}"/>
              </a:ext>
            </a:extLst>
          </p:cNvPr>
          <p:cNvSpPr/>
          <p:nvPr/>
        </p:nvSpPr>
        <p:spPr>
          <a:xfrm>
            <a:off x="8456180" y="4074149"/>
            <a:ext cx="772123" cy="4534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E6761A"/>
                </a:solidFill>
              </a:rPr>
              <a:t>Difference</a:t>
            </a:r>
          </a:p>
          <a:p>
            <a:pPr algn="ctr"/>
            <a:r>
              <a:rPr lang="en-US" sz="800" dirty="0"/>
              <a:t>[up/down] </a:t>
            </a:r>
            <a:endParaRPr lang="en-IN" sz="8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D1BE755-7206-25C0-791B-A899B196D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315" y="4682464"/>
            <a:ext cx="4511218" cy="1448795"/>
          </a:xfrm>
          <a:prstGeom prst="rect">
            <a:avLst/>
          </a:prstGeom>
        </p:spPr>
      </p:pic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C428E332-AF01-76D2-5C36-2C8C773AB3C0}"/>
              </a:ext>
            </a:extLst>
          </p:cNvPr>
          <p:cNvSpPr/>
          <p:nvPr/>
        </p:nvSpPr>
        <p:spPr>
          <a:xfrm rot="5400000">
            <a:off x="5076180" y="6551791"/>
            <a:ext cx="279825" cy="12417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ADE9BB03-1C95-2D86-2196-392D19DEC7EF}"/>
              </a:ext>
            </a:extLst>
          </p:cNvPr>
          <p:cNvSpPr/>
          <p:nvPr/>
        </p:nvSpPr>
        <p:spPr>
          <a:xfrm rot="5400000">
            <a:off x="10251096" y="6566935"/>
            <a:ext cx="279825" cy="12417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8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7B39-6729-C493-4C78-98C80053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645E3DA-6313-CBF6-CD9E-04A37BC078EB}"/>
              </a:ext>
            </a:extLst>
          </p:cNvPr>
          <p:cNvSpPr/>
          <p:nvPr/>
        </p:nvSpPr>
        <p:spPr>
          <a:xfrm>
            <a:off x="3244735" y="0"/>
            <a:ext cx="510683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8E7812-D4C6-ED32-2EF3-7E5954FA4F96}"/>
              </a:ext>
            </a:extLst>
          </p:cNvPr>
          <p:cNvSpPr/>
          <p:nvPr/>
        </p:nvSpPr>
        <p:spPr>
          <a:xfrm>
            <a:off x="3244735" y="0"/>
            <a:ext cx="5106838" cy="8798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AI-Enabled Readiness Assessment</a:t>
            </a:r>
          </a:p>
          <a:p>
            <a:pPr algn="ctr"/>
            <a:r>
              <a:rPr lang="en-US" dirty="0"/>
              <a:t>XYZ Company</a:t>
            </a:r>
            <a:endParaRPr lang="en-IN" dirty="0"/>
          </a:p>
        </p:txBody>
      </p:sp>
      <p:pic>
        <p:nvPicPr>
          <p:cNvPr id="28" name="Picture 27" descr="A logo with orange and blue objects&#10;&#10;AI-generated content may be incorrect.">
            <a:extLst>
              <a:ext uri="{FF2B5EF4-FFF2-40B4-BE49-F238E27FC236}">
                <a16:creationId xmlns:a16="http://schemas.microsoft.com/office/drawing/2014/main" id="{47858764-2530-E72E-043F-69F3B3000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273" y="155275"/>
            <a:ext cx="471741" cy="569343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90A0B34F-8048-FD92-4A56-70832479FAAB}"/>
              </a:ext>
            </a:extLst>
          </p:cNvPr>
          <p:cNvSpPr/>
          <p:nvPr/>
        </p:nvSpPr>
        <p:spPr>
          <a:xfrm>
            <a:off x="7977636" y="6538447"/>
            <a:ext cx="299254" cy="28467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054C27-15C8-F868-1D55-C53EB1FCFECD}"/>
              </a:ext>
            </a:extLst>
          </p:cNvPr>
          <p:cNvSpPr txBox="1"/>
          <p:nvPr/>
        </p:nvSpPr>
        <p:spPr>
          <a:xfrm>
            <a:off x="3288527" y="1035685"/>
            <a:ext cx="1866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Recommended Actions:</a:t>
            </a:r>
            <a:endParaRPr lang="en-IN" sz="1200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D2D13E7-3074-7B6C-F94D-DFC8AA787ACE}"/>
              </a:ext>
            </a:extLst>
          </p:cNvPr>
          <p:cNvSpPr/>
          <p:nvPr/>
        </p:nvSpPr>
        <p:spPr>
          <a:xfrm>
            <a:off x="3356899" y="1312684"/>
            <a:ext cx="4882510" cy="46394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tx1"/>
                </a:solidFill>
              </a:rPr>
              <a:t>The following recommendations are based on the scores derived from the </a:t>
            </a:r>
            <a:r>
              <a:rPr lang="en-US" sz="1200" i="1" dirty="0">
                <a:solidFill>
                  <a:schemeClr val="tx1"/>
                </a:solidFill>
              </a:rPr>
              <a:t>T-Logic AI </a:t>
            </a:r>
            <a:r>
              <a:rPr lang="en-US" sz="1200" i="1" dirty="0" err="1">
                <a:solidFill>
                  <a:schemeClr val="tx1"/>
                </a:solidFill>
              </a:rPr>
              <a:t>Readiness</a:t>
            </a:r>
            <a:r>
              <a:rPr lang="en-US" sz="1200" baseline="30000" dirty="0" err="1">
                <a:solidFill>
                  <a:schemeClr val="tx1"/>
                </a:solidFill>
              </a:rPr>
              <a:t>TM</a:t>
            </a:r>
            <a:r>
              <a:rPr lang="en-US" sz="1200" dirty="0">
                <a:solidFill>
                  <a:schemeClr val="tx1"/>
                </a:solidFill>
              </a:rPr>
              <a:t> app: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Process Maturity…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Asdfas</a:t>
            </a: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AE8F97-33AD-140A-4816-DE20FB7AE75E}"/>
              </a:ext>
            </a:extLst>
          </p:cNvPr>
          <p:cNvSpPr txBox="1"/>
          <p:nvPr/>
        </p:nvSpPr>
        <p:spPr>
          <a:xfrm>
            <a:off x="3273489" y="6590578"/>
            <a:ext cx="1644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www.tlogic.consulting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3BA43B-B6BC-8EA6-3F2A-79327DF23975}"/>
              </a:ext>
            </a:extLst>
          </p:cNvPr>
          <p:cNvSpPr txBox="1"/>
          <p:nvPr/>
        </p:nvSpPr>
        <p:spPr>
          <a:xfrm>
            <a:off x="4966308" y="6609694"/>
            <a:ext cx="1984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T-Logic Consulting Pvt. Ltd.</a:t>
            </a:r>
            <a:endParaRPr lang="en-IN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06B619-80A9-60AA-6816-C3E76FCFB6AB}"/>
              </a:ext>
            </a:extLst>
          </p:cNvPr>
          <p:cNvSpPr txBox="1"/>
          <p:nvPr/>
        </p:nvSpPr>
        <p:spPr>
          <a:xfrm>
            <a:off x="3244735" y="6127010"/>
            <a:ext cx="4466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Contact us at </a:t>
            </a:r>
            <a:r>
              <a:rPr lang="en-US" sz="1400" i="1" dirty="0" err="1">
                <a:hlinkClick r:id="rId3"/>
              </a:rPr>
              <a:t>info@tlogic.consulting</a:t>
            </a:r>
            <a:r>
              <a:rPr lang="en-US" sz="1400" i="1" dirty="0"/>
              <a:t> for any assistance!</a:t>
            </a:r>
            <a:endParaRPr lang="en-IN" sz="1400" i="1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48D1BCA-5A96-1E37-FF66-15E052AAB117}"/>
              </a:ext>
            </a:extLst>
          </p:cNvPr>
          <p:cNvCxnSpPr>
            <a:cxnSpLocks/>
            <a:stCxn id="67" idx="1"/>
          </p:cNvCxnSpPr>
          <p:nvPr/>
        </p:nvCxnSpPr>
        <p:spPr>
          <a:xfrm flipH="1" flipV="1">
            <a:off x="8012143" y="2298381"/>
            <a:ext cx="1680843" cy="7931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2CCBD25-1A92-90A3-3E34-AD1601F8C0DB}"/>
              </a:ext>
            </a:extLst>
          </p:cNvPr>
          <p:cNvSpPr txBox="1"/>
          <p:nvPr/>
        </p:nvSpPr>
        <p:spPr>
          <a:xfrm>
            <a:off x="9692986" y="2214362"/>
            <a:ext cx="24990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AI to develop recommendations on any dimension score less than 3.0. Don’t make it looked like a canned response.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99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243</Words>
  <Application>Microsoft Office PowerPoint</Application>
  <PresentationFormat>Widescreen</PresentationFormat>
  <Paragraphs>53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 M</dc:creator>
  <cp:lastModifiedBy>Tej M</cp:lastModifiedBy>
  <cp:revision>1</cp:revision>
  <dcterms:created xsi:type="dcterms:W3CDTF">2025-11-23T06:45:45Z</dcterms:created>
  <dcterms:modified xsi:type="dcterms:W3CDTF">2025-11-23T20:28:55Z</dcterms:modified>
</cp:coreProperties>
</file>