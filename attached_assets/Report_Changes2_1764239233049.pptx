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B720-0C09-ACCF-25D6-278F8E315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3F2C9-55A8-E72C-730D-5234728C8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F4BF6-204A-2B4C-C2D2-FF86CA18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5110-48CD-7222-9334-2AB03CA34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406A6-7E53-8EF9-7E51-867908F6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89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9E01-1902-2AE6-88F0-38CCE8B0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1E39E-D1EE-1C84-3C11-DA3242087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EB171-979C-423B-5A5D-E677BC17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1B3D4-C84E-953F-346C-68B31486A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1DCC3-DD60-62E5-F899-D2510AD7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68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40A0-0A6C-BC50-EDB2-C438BAACB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72094-E97D-EB78-BF1F-553F5DF8A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59D2-CC88-EFD9-8DBE-46726C22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21532-E9B9-770A-0A45-8D56D592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07C43-9645-E7E7-2135-AA8224B50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53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87B8-3786-EAF4-FB34-F29FD170B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C4F3-635C-CB7A-7980-031374677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DD9CB-C76C-8D88-7948-EDA4D2362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9E029-81F9-1D41-EA9A-58AC755B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E2D95-5207-2921-4C28-89AE3C08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C79EE-9ECC-117B-2424-54D80F8A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67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79AA6-0D90-378D-5ABB-90EB0BEFD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F7063-CCFB-6B31-C116-B0DF19431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EDFC1-5D34-C94D-D1CA-43A586740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A632D1-9AC5-55D2-1D8A-6993ADD4A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C2B01-F99B-FCCC-89C0-7D5A8107E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CB01BF-ED5C-E3C4-5BE9-480111BC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96765-D86F-4BB6-E9E5-EFE43F86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0773E5-25C7-A8B1-07F9-84812C4C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01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0A37-3EDD-2140-7072-44218253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66393-A9E3-EF6F-C1E5-55CD6F86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96063-0D77-C925-B6CE-CA533179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6E213-49EA-0D25-C869-B7A614DF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83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BE0A15-E5B7-D8F1-60F4-107A432E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BC06C-F5E1-6EF2-EFDE-A28EE4E9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18FD-5EC3-F49C-690F-94B20606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086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E272-0687-2BCA-186B-371EB1AC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9929-F44D-0158-5FBF-B02EC7C9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95854-A7B2-3595-210F-85EB39D31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EFBAA-757C-5016-14A3-A0824FE9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80AEF-C32C-7005-1915-987D12CC8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6B6F6-8090-1485-05E7-2EC2CA58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83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8239-7F9B-B96C-F358-0E8D9CDA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01A18F-1A24-6504-10B3-FB46C82AA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D7991-54FB-A3B1-1663-1AED32A1E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BCF98-2AC2-2A8E-2F1A-BB650CC60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D2DB0-D8F2-7527-DCB1-A5A9BCB1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CD77-EA37-050B-22C8-9E5A457F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3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15B1-31AC-C5BF-EB84-E38A3D0C0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30677-CDF6-6D7C-4BF1-34A272565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D5A3C-9CD6-72AF-04D8-79B08139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8C26D-3410-C37F-C409-5D79DCA9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EC4AD-97FB-1679-6C45-0FE76AC3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779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FECD2-BEB0-F028-B94A-A0D8ACB13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7EC1F-604A-37E9-793A-89259B524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90849-4F37-E83A-E1C3-6063A25F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88E45-B9A3-6840-A886-F7C75CC5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66B5-F460-DA3D-1277-CCA3B152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13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CD049E-1EF8-70C7-7131-5E157DB2D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E36BD-3455-2B07-27C5-F33D08D8B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60CF-3A31-E328-C0BD-E5C17B183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B8105-6CB6-4BEC-892D-35215387F19A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20594-930F-6A02-5BB5-EADA9A189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0FF62-F402-7602-1400-F806E57D6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780FBF-4EDE-437E-B18E-932B763E28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12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FD220F-09EF-E992-709A-F7CE749B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5" y="548248"/>
            <a:ext cx="7268589" cy="48298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ED33C9-35E3-AF70-6798-5D20A8011E89}"/>
              </a:ext>
            </a:extLst>
          </p:cNvPr>
          <p:cNvSpPr txBox="1"/>
          <p:nvPr/>
        </p:nvSpPr>
        <p:spPr>
          <a:xfrm>
            <a:off x="10169713" y="5338805"/>
            <a:ext cx="2279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should say: Pg. 1/3, next page 2/3 and next page 3/3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F5DE17-D5BA-F3E5-5998-B2C0B57716A6}"/>
              </a:ext>
            </a:extLst>
          </p:cNvPr>
          <p:cNvCxnSpPr>
            <a:cxnSpLocks/>
          </p:cNvCxnSpPr>
          <p:nvPr/>
        </p:nvCxnSpPr>
        <p:spPr>
          <a:xfrm flipH="1" flipV="1">
            <a:off x="9450933" y="5338805"/>
            <a:ext cx="791497" cy="424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C727623-5433-5930-D857-FC75E1F4C59A}"/>
              </a:ext>
            </a:extLst>
          </p:cNvPr>
          <p:cNvSpPr/>
          <p:nvPr/>
        </p:nvSpPr>
        <p:spPr>
          <a:xfrm>
            <a:off x="6435305" y="3226279"/>
            <a:ext cx="655607" cy="4313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E36A72-E126-E05E-44F2-362D6F033F15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6994901" y="3226279"/>
            <a:ext cx="2959982" cy="63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3EEE2E-FC45-26E6-DB35-9352131AF668}"/>
              </a:ext>
            </a:extLst>
          </p:cNvPr>
          <p:cNvSpPr txBox="1"/>
          <p:nvPr/>
        </p:nvSpPr>
        <p:spPr>
          <a:xfrm>
            <a:off x="9910468" y="2841774"/>
            <a:ext cx="2279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Should say “do not”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24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1A5FF7-4DC3-0A40-070A-0A407A864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503" y="0"/>
            <a:ext cx="592499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15940E-13A9-6CD4-4CB4-09894BDFB097}"/>
              </a:ext>
            </a:extLst>
          </p:cNvPr>
          <p:cNvSpPr txBox="1"/>
          <p:nvPr/>
        </p:nvSpPr>
        <p:spPr>
          <a:xfrm>
            <a:off x="536883" y="283016"/>
            <a:ext cx="2279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 want these header titles on each page to be brighter orange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D9B947-5BAE-FA2D-405D-BCBDE1C3016C}"/>
              </a:ext>
            </a:extLst>
          </p:cNvPr>
          <p:cNvCxnSpPr>
            <a:cxnSpLocks/>
          </p:cNvCxnSpPr>
          <p:nvPr/>
        </p:nvCxnSpPr>
        <p:spPr>
          <a:xfrm flipV="1">
            <a:off x="2656594" y="363794"/>
            <a:ext cx="617548" cy="213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8EE21557-D019-F36C-A01E-040650E0E1D7}"/>
              </a:ext>
            </a:extLst>
          </p:cNvPr>
          <p:cNvSpPr/>
          <p:nvPr/>
        </p:nvSpPr>
        <p:spPr>
          <a:xfrm>
            <a:off x="2851355" y="1602658"/>
            <a:ext cx="196645" cy="285135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BAE46-E865-B24C-4521-5A19C842056B}"/>
              </a:ext>
            </a:extLst>
          </p:cNvPr>
          <p:cNvSpPr txBox="1"/>
          <p:nvPr/>
        </p:nvSpPr>
        <p:spPr>
          <a:xfrm>
            <a:off x="97297" y="1967245"/>
            <a:ext cx="22790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 wanted the horizontal color bars here to be double in width and the whole object slightly vertically  greater in size.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374926-CCFA-5CAA-76DE-35FF276990B4}"/>
              </a:ext>
            </a:extLst>
          </p:cNvPr>
          <p:cNvCxnSpPr>
            <a:cxnSpLocks/>
          </p:cNvCxnSpPr>
          <p:nvPr/>
        </p:nvCxnSpPr>
        <p:spPr>
          <a:xfrm flipV="1">
            <a:off x="2376330" y="3033369"/>
            <a:ext cx="439586" cy="177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2CB6B7-72AB-54BE-E2D9-AA40DC8239AB}"/>
              </a:ext>
            </a:extLst>
          </p:cNvPr>
          <p:cNvCxnSpPr>
            <a:cxnSpLocks/>
          </p:cNvCxnSpPr>
          <p:nvPr/>
        </p:nvCxnSpPr>
        <p:spPr>
          <a:xfrm flipH="1" flipV="1">
            <a:off x="6607277" y="1367080"/>
            <a:ext cx="3372465" cy="687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92E151-589E-B7C9-6616-1756EF8A7EA8}"/>
              </a:ext>
            </a:extLst>
          </p:cNvPr>
          <p:cNvCxnSpPr>
            <a:cxnSpLocks/>
          </p:cNvCxnSpPr>
          <p:nvPr/>
        </p:nvCxnSpPr>
        <p:spPr>
          <a:xfrm flipH="1">
            <a:off x="7236542" y="3211142"/>
            <a:ext cx="2841523" cy="1439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52A3062-0DD2-22D2-D86F-351E9BE93A16}"/>
              </a:ext>
            </a:extLst>
          </p:cNvPr>
          <p:cNvSpPr txBox="1"/>
          <p:nvPr/>
        </p:nvSpPr>
        <p:spPr>
          <a:xfrm>
            <a:off x="9979742" y="1602658"/>
            <a:ext cx="22790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 want these 2 headings to be the style and color of the “Executive Summary” title.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18D4A-E99A-DE78-CE60-17F1EA426E01}"/>
              </a:ext>
            </a:extLst>
          </p:cNvPr>
          <p:cNvSpPr txBox="1"/>
          <p:nvPr/>
        </p:nvSpPr>
        <p:spPr>
          <a:xfrm>
            <a:off x="9376083" y="5381979"/>
            <a:ext cx="22790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These status icons do not match the “Difference” columns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EA270C-F4EC-F2E7-1BF6-0CBB0DEBBF40}"/>
              </a:ext>
            </a:extLst>
          </p:cNvPr>
          <p:cNvCxnSpPr>
            <a:cxnSpLocks/>
          </p:cNvCxnSpPr>
          <p:nvPr/>
        </p:nvCxnSpPr>
        <p:spPr>
          <a:xfrm flipH="1" flipV="1">
            <a:off x="8657303" y="5381979"/>
            <a:ext cx="791497" cy="424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672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 M</dc:creator>
  <cp:lastModifiedBy>Tej M</cp:lastModifiedBy>
  <cp:revision>1</cp:revision>
  <dcterms:created xsi:type="dcterms:W3CDTF">2025-11-27T09:47:28Z</dcterms:created>
  <dcterms:modified xsi:type="dcterms:W3CDTF">2025-11-27T10:22:18Z</dcterms:modified>
</cp:coreProperties>
</file>